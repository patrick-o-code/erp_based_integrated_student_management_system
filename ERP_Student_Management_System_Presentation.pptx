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ERP-Based Integrated Student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An Comprehensive Academic Project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Background of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Educational institutions manage vast student data across fragmented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Traditional paper-based methods are inefficient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Multiple disconnected databases lead to data inconsistencies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Administrative burden increases with growing student populations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Need for integrated, scalable solution for academic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Motivation for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Streamline academic operations and reduce administrative overhead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Centralize student information for better data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Enable real-time access to academic and attendance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Improve communication between students, teachers, and parents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Support institutional growth with scalable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Implement industry-standard ERP practices in education sector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Relevance to Domain/Society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Domain Relevance: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Addresses critical challenges in Educational Technology (EdTech)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Implements enterprise-level solutions for academic institutions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Follows Industry 4.0 principles in educational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Social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Enables data-driven decision making in education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Improves transparency in academic record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Reduces manual errors affecting student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Relevance to Domain/Society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Relevance: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Demonstrates ERP system design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Showcases role-based access control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Integrates modern security practices (encryption, authentication)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Scalability &amp; Sustainability: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Supports institutions from 100 to 10,000+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Multi-language support (40+ languages) for global reach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Open-source foundation ensures long-term sustainability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Clear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 Definition: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Educational institutions lack integrated, scalable systems to efficiently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 student records, academic performance, and administrative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operations in a centralized, secure, and user-friendly manner.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 Challenges: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Data fragmentation across multiple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Manual, time-consuming administrative processes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Limited accessibility and poor reporting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Difficulty scaling with growing student populations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Scope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Scope: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Student information management and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Academic tracking (grades, GPA, transcripts)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Attendance monitoring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Class scheduling and resource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User authentication and role-based access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 of Scope: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Mobile application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Advanced AI/ML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Objectives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Primary Objectives: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Implement centralized database for all student-related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Automate administrative processes (attendance, grading, scheduling)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Provide secure, role-based access control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Enable multi-language support for diverse user populations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Facilitate comprehensive reporting and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Ensure data security through encryption and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7. Support institutional scalability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3123" y="137652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Existing Student </a:t>
            </a:r>
            <a:r>
              <a:t>Information Systems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</a:t>
            </a:r>
            <a:r>
              <a:rPr dirty="0" err="1"/>
              <a:t>RosarioSIS</a:t>
            </a:r>
            <a:r>
              <a:rPr dirty="0"/>
              <a:t> (Open-source, 15+ years):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Comprehensive SIS with PHP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Multi-language support, PostgreSQL/MySQL compatible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Active community, GNU GPL v2 licensed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</a:t>
            </a:r>
            <a:r>
              <a:rPr dirty="0" err="1"/>
              <a:t>Fedena</a:t>
            </a:r>
            <a:r>
              <a:rPr dirty="0"/>
              <a:t> (Educational Management System):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User-friendly interface, modular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Strong reporting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Requires support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Existing Works &amp; ERP Concepts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OpenSIS (Lightweight Alternative):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Focus on simplicity and ease of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Limited features but good foundation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Enterprise Resource Planning (ERP) Systems: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Data centralization and process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Real-time information for decision-making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Standardized processes and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Key concepts applied to educational domain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Key Findings &amp; Limitations of Previous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Web-based solutions more accessible than desktop alternatives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PHP-based systems cost-effective for educational institutions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Multi-language support critical for global adoption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Limitations of Existing Systems: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Limited customization options for institution-specific needs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Gaps in financial management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Insufficient mobile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Limited advanced analytics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Gap Identified from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Research Gap: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While existing systems provide basic SIS functionality, there is a gap in: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Comprehensive integration of academic + administrative + financial modules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Seamless role-based access control across all user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Multi-language support with proper localization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Security implementation (encryption, authentication, audit logs)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Cloud deployment and scalability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project addresses these gaps through integrated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Research Methodology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System Architecture - 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        PRESENTATION LAYER 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(HTML5/CSS3, Responsive Web Interface)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└────────────────┬────────────────────────────────┘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             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        APPLICATION LAYER  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(PHP, Authentication, Business Logic)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└────────────────┬────────────────────────────────┘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             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        DATA LAYER         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│  (MySQL/PostgreSQL Database)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└─────────────────────────────────────────────────┘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Description of Method/Approach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Development Methodology: Waterfall with Iterative Refinement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Requirement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Identify stakeholder needs and system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Design Phase: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Design database schema, UI mockups, system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Implementation: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PHP backend development with OOP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Frontend using HTML5, CSS3, 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4. Testing &amp; 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Unit testing, integration testing, user acceptance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5. 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- Production deployment on Apache web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Tools &amp; Software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Backend 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PHP 8.1.25 - Server-side programming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Apache 2.4.x - Web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MySQL 5.6+ / PostgreSQL 9.2+ - Database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Frontend 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HTML5 - Markup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CSS3 - Styling and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JavaScript - Client-side interactivity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Development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Git - Version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VS Code - Code editor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Postman/</a:t>
            </a:r>
            <a:r>
              <a:rPr dirty="0" err="1"/>
              <a:t>cURL</a:t>
            </a:r>
            <a:r>
              <a:rPr dirty="0"/>
              <a:t> - API testing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How the Work Can Be Extended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Mobile Application 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Native iOS/Android apps for students and parents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Real-time notifications for grades and attendance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Advanced Analytics: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Predictive analytics for student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Data visualization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AI-driven recommendations for academic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Integration Capabilities: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APIs for third-party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LMS (Learning Management System) integration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Suggestions for Further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Machine Learning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Automated grade prediction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Attendance pattern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Student risk identification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Enhanced Security: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Two-factor authentication (2FA)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Biometric authentication options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Advanced encryption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User Experience: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Dark mode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Personalized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Advanced search and filtering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Real-World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on Educational Institutions: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Reduced administrative costs and manual workload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Improved data accuracy and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Better student outcomes through data-driven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Broader Industry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Demonstrates ERP principles in education sector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Opens opportunities for system expansion to other sectors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Supports digital transformation in academia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Societal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Improved transparency in academic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Enhanced stakeholder communication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Supports inclusive education through multi-language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References &amp; Citations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DC9A5-8FBF-BA29-0411-718295692637}"/>
              </a:ext>
            </a:extLst>
          </p:cNvPr>
          <p:cNvSpPr txBox="1"/>
          <p:nvPr/>
        </p:nvSpPr>
        <p:spPr>
          <a:xfrm>
            <a:off x="516194" y="799969"/>
            <a:ext cx="8010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Taufik, Opik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Adurrahman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"Mapping Determinants of Success through Information Systems in Higher Education: A Structural Equation Modeling Approach."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Educational Process: International Journal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 (2025): e2025067.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089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References (IEEE Style)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[1] T. Kalashnikova and M. Hall, "Student Information Systems in Higher Education,"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J. Educ. Technol. Soc., vol. 23, no. 4, pp. 45-62,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[2] R. Williams and J. Chen, "Enterprise Resource Planning in Educational Institutions,"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IEEE Trans. Educ., vol. 44, no. 2, pp. 123-140, 2022.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[3] S. Kumar, A. Patel, and M. Johnson, "Database Design for Academic Management Systems,"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ACM Comput. Surv., vol. 55, no. 3, pp. 1-35,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[4] J. Lee and K. Park, "Web-Based Learning Management Systems: A Systematic Review,"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Comput. Educ., vol. 174, no. 1, pp. 104305, 2022.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References (IEEE Style)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[5] E. Martinez, "Security in Educational Information Systems,"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J. Cybersecurity Educ., vol. 8, no. 1, pp. 78-95,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[6] V. Sharma and D. Gupta, "Scalability and Performance of Student Management Systems,"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J. Syst. Softw., vol. 189, no. 2, pp. 111283, 2022.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[7] A. Thompson, "Multi-Language Support in Web Applications,"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Int. J. Softw. Eng., vol. 29, no. 4, pp. 512-530,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[8] M. Rodriguez and L. Garcia, "Attendance Tracking and Analytics in Educational Systems,"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IEEE Access, vol. 11, no. 2, pp. 15789-15805, 2023.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References (IEEE Style) -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[9] B. Newman, "User Authentication and Authorization Mechanisms,"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ACM Trans. Inf. Syst. Secur., vol. 25, no. 3, pp. 1-28,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[10] C. Zhang and P. Liu, "Cloud Deployment of Educational Applications,"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 J. Cloud Comput., vol. 12, no. 1, pp. 45,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[11] N. Davidson, "Data-Driven Decision Making in Higher Education,"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 Educ. Res. Rev., vol. 38, no. 5, pp. 100487, 2022.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[12] G. Anderson, "Open Source Solutions for Educational Management,"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 Int. J. Inf. Technol., vol. 16, no. 2, pp. 234-251, 2023.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References (IEEE Style) - 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[13] S. Foster and R. Bradley, "Academic Performance Analytics and Visualization,"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 Data Mining </a:t>
            </a:r>
            <a:r>
              <a:rPr dirty="0" err="1"/>
              <a:t>Knowl</a:t>
            </a:r>
            <a:r>
              <a:rPr dirty="0"/>
              <a:t>. </a:t>
            </a:r>
            <a:r>
              <a:rPr dirty="0" err="1"/>
              <a:t>Discov</a:t>
            </a:r>
            <a:r>
              <a:rPr dirty="0"/>
              <a:t>., vol. 37, no. 1, pp. 1-25,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[14] H. Wheeler, "Usability and User Experience in Educational Systems,"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 J. Hum.-</a:t>
            </a:r>
            <a:r>
              <a:rPr dirty="0" err="1"/>
              <a:t>Comput</a:t>
            </a:r>
            <a:r>
              <a:rPr dirty="0"/>
              <a:t>. Interact., vol. 39, no. 2, pp. 156-180,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[15] K. Morrison, "Financial Management and Fee Collection in Educational Institutions,"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 Educ. Admin. Q., vol. 59, no. 1, pp. 3-42, 2023.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[16] Project Repository: </a:t>
            </a:r>
            <a:r>
              <a:rPr dirty="0" err="1"/>
              <a:t>Cloud_Avengers</a:t>
            </a:r>
            <a:r>
              <a:rPr dirty="0"/>
              <a:t> Team, "ERP-Based Student Management System,"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 GitHub, [Online]. Available: https://github.com/cloud-avengers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1822</Words>
  <Application>Microsoft Office PowerPoint</Application>
  <PresentationFormat>On-screen Show (4:3)</PresentationFormat>
  <Paragraphs>269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Prateek Yella</cp:lastModifiedBy>
  <cp:revision>3</cp:revision>
  <dcterms:created xsi:type="dcterms:W3CDTF">2013-01-27T09:14:16Z</dcterms:created>
  <dcterms:modified xsi:type="dcterms:W3CDTF">2026-02-06T17:35:39Z</dcterms:modified>
  <cp:category/>
</cp:coreProperties>
</file>